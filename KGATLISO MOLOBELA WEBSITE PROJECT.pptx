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5" r:id="rId3"/>
    <p:sldId id="267" r:id="rId4"/>
    <p:sldId id="259" r:id="rId5"/>
    <p:sldId id="261" r:id="rId6"/>
    <p:sldId id="268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489E51-2F68-454B-B650-9CB046B8FEE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5AA67BB-3749-4AFE-BB4B-06E8C304897E}">
      <dgm:prSet/>
      <dgm:spPr/>
      <dgm:t>
        <a:bodyPr/>
        <a:lstStyle/>
        <a:p>
          <a:r>
            <a:rPr lang="en-US"/>
            <a:t>Agriculture plays a vital role in food security and economic development.</a:t>
          </a:r>
        </a:p>
      </dgm:t>
    </dgm:pt>
    <dgm:pt modelId="{99B45868-8A9F-41BA-BAC2-E65763D69138}" type="parTrans" cxnId="{DE39DEEE-85AB-43CE-BC8B-2AB10BC44DA1}">
      <dgm:prSet/>
      <dgm:spPr/>
      <dgm:t>
        <a:bodyPr/>
        <a:lstStyle/>
        <a:p>
          <a:endParaRPr lang="en-US"/>
        </a:p>
      </dgm:t>
    </dgm:pt>
    <dgm:pt modelId="{AAC4D9C6-5643-4DB6-98E5-5F9A520C6FC0}" type="sibTrans" cxnId="{DE39DEEE-85AB-43CE-BC8B-2AB10BC44DA1}">
      <dgm:prSet/>
      <dgm:spPr/>
      <dgm:t>
        <a:bodyPr/>
        <a:lstStyle/>
        <a:p>
          <a:endParaRPr lang="en-US"/>
        </a:p>
      </dgm:t>
    </dgm:pt>
    <dgm:pt modelId="{CE26E211-BAEE-4C10-9DE5-117FD70A9CAD}">
      <dgm:prSet/>
      <dgm:spPr/>
      <dgm:t>
        <a:bodyPr/>
        <a:lstStyle/>
        <a:p>
          <a:r>
            <a:rPr lang="en-US"/>
            <a:t>However, many farmers still lack easy access to reliable agricultural information.</a:t>
          </a:r>
        </a:p>
      </dgm:t>
    </dgm:pt>
    <dgm:pt modelId="{5489A7E7-ADCC-40EE-B35F-1B9D7CAC45A5}" type="parTrans" cxnId="{63B64913-2A97-436B-A776-409E70413380}">
      <dgm:prSet/>
      <dgm:spPr/>
      <dgm:t>
        <a:bodyPr/>
        <a:lstStyle/>
        <a:p>
          <a:endParaRPr lang="en-US"/>
        </a:p>
      </dgm:t>
    </dgm:pt>
    <dgm:pt modelId="{1A36CE03-F701-4FD5-BCEC-2F8DCBC0FF65}" type="sibTrans" cxnId="{63B64913-2A97-436B-A776-409E70413380}">
      <dgm:prSet/>
      <dgm:spPr/>
      <dgm:t>
        <a:bodyPr/>
        <a:lstStyle/>
        <a:p>
          <a:endParaRPr lang="en-US"/>
        </a:p>
      </dgm:t>
    </dgm:pt>
    <dgm:pt modelId="{967DDAC0-CC66-4DAF-8889-96F749F9C68E}">
      <dgm:prSet/>
      <dgm:spPr/>
      <dgm:t>
        <a:bodyPr/>
        <a:lstStyle/>
        <a:p>
          <a:r>
            <a:rPr lang="en-US"/>
            <a:t>This project uses digital technology and IoT concepts to support farmers with essential farming knowledge</a:t>
          </a:r>
        </a:p>
      </dgm:t>
    </dgm:pt>
    <dgm:pt modelId="{D48ED210-3F7E-4606-BB42-A4F9964D82B7}" type="parTrans" cxnId="{187AE2F7-6D2A-4B9D-ACD7-3CDD704C5B68}">
      <dgm:prSet/>
      <dgm:spPr/>
      <dgm:t>
        <a:bodyPr/>
        <a:lstStyle/>
        <a:p>
          <a:endParaRPr lang="en-US"/>
        </a:p>
      </dgm:t>
    </dgm:pt>
    <dgm:pt modelId="{FF2627AD-2ED4-480E-BD1F-2833F3D2D69C}" type="sibTrans" cxnId="{187AE2F7-6D2A-4B9D-ACD7-3CDD704C5B68}">
      <dgm:prSet/>
      <dgm:spPr/>
      <dgm:t>
        <a:bodyPr/>
        <a:lstStyle/>
        <a:p>
          <a:endParaRPr lang="en-US"/>
        </a:p>
      </dgm:t>
    </dgm:pt>
    <dgm:pt modelId="{61C2697A-D896-467A-992D-0828B8A21604}" type="pres">
      <dgm:prSet presAssocID="{38489E51-2F68-454B-B650-9CB046B8FEE5}" presName="linear" presStyleCnt="0">
        <dgm:presLayoutVars>
          <dgm:animLvl val="lvl"/>
          <dgm:resizeHandles val="exact"/>
        </dgm:presLayoutVars>
      </dgm:prSet>
      <dgm:spPr/>
    </dgm:pt>
    <dgm:pt modelId="{36FF3D52-B872-44C4-BAB7-C589E7A449F8}" type="pres">
      <dgm:prSet presAssocID="{05AA67BB-3749-4AFE-BB4B-06E8C304897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1978DC2-E727-46E8-82AD-169B1997D58F}" type="pres">
      <dgm:prSet presAssocID="{AAC4D9C6-5643-4DB6-98E5-5F9A520C6FC0}" presName="spacer" presStyleCnt="0"/>
      <dgm:spPr/>
    </dgm:pt>
    <dgm:pt modelId="{EEC95575-D9B5-4DD9-B581-1B4C7471E035}" type="pres">
      <dgm:prSet presAssocID="{CE26E211-BAEE-4C10-9DE5-117FD70A9CA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AF6B2DE-2032-4F96-A80C-FD71B8A112CF}" type="pres">
      <dgm:prSet presAssocID="{1A36CE03-F701-4FD5-BCEC-2F8DCBC0FF65}" presName="spacer" presStyleCnt="0"/>
      <dgm:spPr/>
    </dgm:pt>
    <dgm:pt modelId="{C129E117-893B-40C7-AB73-3EB98CC1DBCC}" type="pres">
      <dgm:prSet presAssocID="{967DDAC0-CC66-4DAF-8889-96F749F9C68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3B64913-2A97-436B-A776-409E70413380}" srcId="{38489E51-2F68-454B-B650-9CB046B8FEE5}" destId="{CE26E211-BAEE-4C10-9DE5-117FD70A9CAD}" srcOrd="1" destOrd="0" parTransId="{5489A7E7-ADCC-40EE-B35F-1B9D7CAC45A5}" sibTransId="{1A36CE03-F701-4FD5-BCEC-2F8DCBC0FF65}"/>
    <dgm:cxn modelId="{26E14335-5830-4834-AA95-4F6F1ECF3F84}" type="presOf" srcId="{05AA67BB-3749-4AFE-BB4B-06E8C304897E}" destId="{36FF3D52-B872-44C4-BAB7-C589E7A449F8}" srcOrd="0" destOrd="0" presId="urn:microsoft.com/office/officeart/2005/8/layout/vList2"/>
    <dgm:cxn modelId="{82B1277E-3D6D-42E4-B363-18BA933AC825}" type="presOf" srcId="{38489E51-2F68-454B-B650-9CB046B8FEE5}" destId="{61C2697A-D896-467A-992D-0828B8A21604}" srcOrd="0" destOrd="0" presId="urn:microsoft.com/office/officeart/2005/8/layout/vList2"/>
    <dgm:cxn modelId="{F59665C9-D5AB-4ACC-A416-586960DCF939}" type="presOf" srcId="{CE26E211-BAEE-4C10-9DE5-117FD70A9CAD}" destId="{EEC95575-D9B5-4DD9-B581-1B4C7471E035}" srcOrd="0" destOrd="0" presId="urn:microsoft.com/office/officeart/2005/8/layout/vList2"/>
    <dgm:cxn modelId="{24D88AD3-BE6A-4B5F-8F9C-3EB5591C2A2F}" type="presOf" srcId="{967DDAC0-CC66-4DAF-8889-96F749F9C68E}" destId="{C129E117-893B-40C7-AB73-3EB98CC1DBCC}" srcOrd="0" destOrd="0" presId="urn:microsoft.com/office/officeart/2005/8/layout/vList2"/>
    <dgm:cxn modelId="{DE39DEEE-85AB-43CE-BC8B-2AB10BC44DA1}" srcId="{38489E51-2F68-454B-B650-9CB046B8FEE5}" destId="{05AA67BB-3749-4AFE-BB4B-06E8C304897E}" srcOrd="0" destOrd="0" parTransId="{99B45868-8A9F-41BA-BAC2-E65763D69138}" sibTransId="{AAC4D9C6-5643-4DB6-98E5-5F9A520C6FC0}"/>
    <dgm:cxn modelId="{187AE2F7-6D2A-4B9D-ACD7-3CDD704C5B68}" srcId="{38489E51-2F68-454B-B650-9CB046B8FEE5}" destId="{967DDAC0-CC66-4DAF-8889-96F749F9C68E}" srcOrd="2" destOrd="0" parTransId="{D48ED210-3F7E-4606-BB42-A4F9964D82B7}" sibTransId="{FF2627AD-2ED4-480E-BD1F-2833F3D2D69C}"/>
    <dgm:cxn modelId="{B4A14DDB-ADC7-47C7-87A3-7DB57FCA39D9}" type="presParOf" srcId="{61C2697A-D896-467A-992D-0828B8A21604}" destId="{36FF3D52-B872-44C4-BAB7-C589E7A449F8}" srcOrd="0" destOrd="0" presId="urn:microsoft.com/office/officeart/2005/8/layout/vList2"/>
    <dgm:cxn modelId="{4195F02A-34B9-45FB-8086-F9E6695038F9}" type="presParOf" srcId="{61C2697A-D896-467A-992D-0828B8A21604}" destId="{11978DC2-E727-46E8-82AD-169B1997D58F}" srcOrd="1" destOrd="0" presId="urn:microsoft.com/office/officeart/2005/8/layout/vList2"/>
    <dgm:cxn modelId="{BB4BBFE4-00CA-4BDC-B1F4-3C2EE6AF46D6}" type="presParOf" srcId="{61C2697A-D896-467A-992D-0828B8A21604}" destId="{EEC95575-D9B5-4DD9-B581-1B4C7471E035}" srcOrd="2" destOrd="0" presId="urn:microsoft.com/office/officeart/2005/8/layout/vList2"/>
    <dgm:cxn modelId="{24ED8805-DCFB-4AFD-BE06-B261B566B833}" type="presParOf" srcId="{61C2697A-D896-467A-992D-0828B8A21604}" destId="{8AF6B2DE-2032-4F96-A80C-FD71B8A112CF}" srcOrd="3" destOrd="0" presId="urn:microsoft.com/office/officeart/2005/8/layout/vList2"/>
    <dgm:cxn modelId="{A92952F4-850D-437C-9D24-87814E6E0EFD}" type="presParOf" srcId="{61C2697A-D896-467A-992D-0828B8A21604}" destId="{C129E117-893B-40C7-AB73-3EB98CC1DBC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DF717E-94AB-499C-9B39-C34D8FAC064F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ZA"/>
        </a:p>
      </dgm:t>
    </dgm:pt>
    <dgm:pt modelId="{3094E8A4-95FF-4886-AF63-3F80BBFDCD8C}">
      <dgm:prSet/>
      <dgm:spPr/>
      <dgm:t>
        <a:bodyPr/>
        <a:lstStyle/>
        <a:p>
          <a:r>
            <a:rPr lang="en-US"/>
            <a:t>Many farmers struggle to access accurate information on crop planting, harvesting, weather conditions, and soil conditions.</a:t>
          </a:r>
          <a:br>
            <a:rPr lang="en-US"/>
          </a:br>
          <a:r>
            <a:rPr lang="en-US"/>
            <a:t>This leads to poor planning, low productivity, inefficient water use, and increased farming risks.</a:t>
          </a:r>
          <a:endParaRPr lang="en-ZA"/>
        </a:p>
      </dgm:t>
    </dgm:pt>
    <dgm:pt modelId="{58B87104-F77E-4B29-B48A-B1FD56EDC831}" type="parTrans" cxnId="{EFB1B216-8EDB-47F9-8859-072B068C6429}">
      <dgm:prSet/>
      <dgm:spPr/>
      <dgm:t>
        <a:bodyPr/>
        <a:lstStyle/>
        <a:p>
          <a:endParaRPr lang="en-ZA"/>
        </a:p>
      </dgm:t>
    </dgm:pt>
    <dgm:pt modelId="{0AC18F3E-AFC6-4F7E-AD46-198938F7D56F}" type="sibTrans" cxnId="{EFB1B216-8EDB-47F9-8859-072B068C6429}">
      <dgm:prSet/>
      <dgm:spPr/>
      <dgm:t>
        <a:bodyPr/>
        <a:lstStyle/>
        <a:p>
          <a:endParaRPr lang="en-ZA"/>
        </a:p>
      </dgm:t>
    </dgm:pt>
    <dgm:pt modelId="{8B660BAF-C2D3-431B-B04A-22DC72A5E4F4}" type="pres">
      <dgm:prSet presAssocID="{F6DF717E-94AB-499C-9B39-C34D8FAC064F}" presName="Name0" presStyleCnt="0">
        <dgm:presLayoutVars>
          <dgm:dir/>
          <dgm:resizeHandles val="exact"/>
        </dgm:presLayoutVars>
      </dgm:prSet>
      <dgm:spPr/>
    </dgm:pt>
    <dgm:pt modelId="{B3A058B4-CA10-4CA6-982C-F57680F3A5B6}" type="pres">
      <dgm:prSet presAssocID="{3094E8A4-95FF-4886-AF63-3F80BBFDCD8C}" presName="node" presStyleLbl="node1" presStyleIdx="0" presStyleCnt="1">
        <dgm:presLayoutVars>
          <dgm:bulletEnabled val="1"/>
        </dgm:presLayoutVars>
      </dgm:prSet>
      <dgm:spPr/>
    </dgm:pt>
  </dgm:ptLst>
  <dgm:cxnLst>
    <dgm:cxn modelId="{EFB1B216-8EDB-47F9-8859-072B068C6429}" srcId="{F6DF717E-94AB-499C-9B39-C34D8FAC064F}" destId="{3094E8A4-95FF-4886-AF63-3F80BBFDCD8C}" srcOrd="0" destOrd="0" parTransId="{58B87104-F77E-4B29-B48A-B1FD56EDC831}" sibTransId="{0AC18F3E-AFC6-4F7E-AD46-198938F7D56F}"/>
    <dgm:cxn modelId="{DB3BF323-3042-4FB6-A6E7-EF575FC1D8A3}" type="presOf" srcId="{3094E8A4-95FF-4886-AF63-3F80BBFDCD8C}" destId="{B3A058B4-CA10-4CA6-982C-F57680F3A5B6}" srcOrd="0" destOrd="0" presId="urn:microsoft.com/office/officeart/2005/8/layout/process1"/>
    <dgm:cxn modelId="{F9B219C6-5245-4FEA-ADA7-F390299777D5}" type="presOf" srcId="{F6DF717E-94AB-499C-9B39-C34D8FAC064F}" destId="{8B660BAF-C2D3-431B-B04A-22DC72A5E4F4}" srcOrd="0" destOrd="0" presId="urn:microsoft.com/office/officeart/2005/8/layout/process1"/>
    <dgm:cxn modelId="{56BDCB33-3764-4110-8F64-0E9BB64502C3}" type="presParOf" srcId="{8B660BAF-C2D3-431B-B04A-22DC72A5E4F4}" destId="{B3A058B4-CA10-4CA6-982C-F57680F3A5B6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48446A-8ADB-4B6A-8628-92818AF17E9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ZA"/>
        </a:p>
      </dgm:t>
    </dgm:pt>
    <dgm:pt modelId="{5AC4650C-5FBB-4864-A016-87779419C95C}">
      <dgm:prSet/>
      <dgm:spPr/>
      <dgm:t>
        <a:bodyPr/>
        <a:lstStyle/>
        <a:p>
          <a:r>
            <a:rPr lang="en-US" b="1"/>
            <a:t>Aim:</a:t>
          </a:r>
          <a:br>
            <a:rPr lang="en-US"/>
          </a:br>
          <a:r>
            <a:rPr lang="en-US"/>
            <a:t>The aim of this project is to develop a simple agricultural information website integrated with IoT features to support farmers with reliable and easy-to-understand farming information.</a:t>
          </a:r>
          <a:endParaRPr lang="en-ZA"/>
        </a:p>
      </dgm:t>
    </dgm:pt>
    <dgm:pt modelId="{4D032534-53A0-450E-BCDF-40F6B292277B}" type="parTrans" cxnId="{DFB9F6C5-EB45-4DBE-937A-FFA1D4D26D26}">
      <dgm:prSet/>
      <dgm:spPr/>
      <dgm:t>
        <a:bodyPr/>
        <a:lstStyle/>
        <a:p>
          <a:endParaRPr lang="en-ZA"/>
        </a:p>
      </dgm:t>
    </dgm:pt>
    <dgm:pt modelId="{E20BABC6-37C0-4991-B658-31307C0B653D}" type="sibTrans" cxnId="{DFB9F6C5-EB45-4DBE-937A-FFA1D4D26D26}">
      <dgm:prSet/>
      <dgm:spPr/>
      <dgm:t>
        <a:bodyPr/>
        <a:lstStyle/>
        <a:p>
          <a:endParaRPr lang="en-ZA"/>
        </a:p>
      </dgm:t>
    </dgm:pt>
    <dgm:pt modelId="{6A3EC0C0-997D-4552-9BE4-C2ED8B3C4218}" type="pres">
      <dgm:prSet presAssocID="{BF48446A-8ADB-4B6A-8628-92818AF17E9A}" presName="linear" presStyleCnt="0">
        <dgm:presLayoutVars>
          <dgm:animLvl val="lvl"/>
          <dgm:resizeHandles val="exact"/>
        </dgm:presLayoutVars>
      </dgm:prSet>
      <dgm:spPr/>
    </dgm:pt>
    <dgm:pt modelId="{C52306EB-B692-4AF5-BA6D-9814D42D72C0}" type="pres">
      <dgm:prSet presAssocID="{5AC4650C-5FBB-4864-A016-87779419C95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FE76366-C643-4497-8B3F-FEBF66A48123}" type="presOf" srcId="{5AC4650C-5FBB-4864-A016-87779419C95C}" destId="{C52306EB-B692-4AF5-BA6D-9814D42D72C0}" srcOrd="0" destOrd="0" presId="urn:microsoft.com/office/officeart/2005/8/layout/vList2"/>
    <dgm:cxn modelId="{BDA911B0-CA13-4D56-B308-A98F318E9EBA}" type="presOf" srcId="{BF48446A-8ADB-4B6A-8628-92818AF17E9A}" destId="{6A3EC0C0-997D-4552-9BE4-C2ED8B3C4218}" srcOrd="0" destOrd="0" presId="urn:microsoft.com/office/officeart/2005/8/layout/vList2"/>
    <dgm:cxn modelId="{DFB9F6C5-EB45-4DBE-937A-FFA1D4D26D26}" srcId="{BF48446A-8ADB-4B6A-8628-92818AF17E9A}" destId="{5AC4650C-5FBB-4864-A016-87779419C95C}" srcOrd="0" destOrd="0" parTransId="{4D032534-53A0-450E-BCDF-40F6B292277B}" sibTransId="{E20BABC6-37C0-4991-B658-31307C0B653D}"/>
    <dgm:cxn modelId="{7EEDFF73-6B2D-44C6-B74B-7CE40A9A3983}" type="presParOf" srcId="{6A3EC0C0-997D-4552-9BE4-C2ED8B3C4218}" destId="{C52306EB-B692-4AF5-BA6D-9814D42D72C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FBD47F2-BD4B-4948-8095-443448F43B2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3734EF4-9C6E-450E-A7AC-88E13B405A8B}">
      <dgm:prSet/>
      <dgm:spPr/>
      <dgm:t>
        <a:bodyPr/>
        <a:lstStyle/>
        <a:p>
          <a:r>
            <a:rPr lang="en-US"/>
            <a:t>Supports better crop planning and decision-making</a:t>
          </a:r>
        </a:p>
      </dgm:t>
    </dgm:pt>
    <dgm:pt modelId="{2C23B456-2A6F-4BAA-8D36-678BF9CF3E40}" type="parTrans" cxnId="{0B0E66DA-1889-458A-B002-14B351A42400}">
      <dgm:prSet/>
      <dgm:spPr/>
      <dgm:t>
        <a:bodyPr/>
        <a:lstStyle/>
        <a:p>
          <a:endParaRPr lang="en-US"/>
        </a:p>
      </dgm:t>
    </dgm:pt>
    <dgm:pt modelId="{C50DCBC1-F51A-4C54-AC59-43CB9B29BA2E}" type="sibTrans" cxnId="{0B0E66DA-1889-458A-B002-14B351A42400}">
      <dgm:prSet/>
      <dgm:spPr/>
      <dgm:t>
        <a:bodyPr/>
        <a:lstStyle/>
        <a:p>
          <a:endParaRPr lang="en-US"/>
        </a:p>
      </dgm:t>
    </dgm:pt>
    <dgm:pt modelId="{A4EC5DA4-8788-48F8-B126-A0667807D16C}">
      <dgm:prSet/>
      <dgm:spPr/>
      <dgm:t>
        <a:bodyPr/>
        <a:lstStyle/>
        <a:p>
          <a:r>
            <a:rPr lang="en-US"/>
            <a:t>Helps new farmers learn modern farming methods</a:t>
          </a:r>
        </a:p>
      </dgm:t>
    </dgm:pt>
    <dgm:pt modelId="{76241557-CA18-440A-B424-58ED1EC0BC94}" type="parTrans" cxnId="{3E968A52-EF0A-4F88-B044-9A418DCEB3D6}">
      <dgm:prSet/>
      <dgm:spPr/>
      <dgm:t>
        <a:bodyPr/>
        <a:lstStyle/>
        <a:p>
          <a:endParaRPr lang="en-US"/>
        </a:p>
      </dgm:t>
    </dgm:pt>
    <dgm:pt modelId="{0901165F-D70A-4532-9EDD-F8042B8E77B7}" type="sibTrans" cxnId="{3E968A52-EF0A-4F88-B044-9A418DCEB3D6}">
      <dgm:prSet/>
      <dgm:spPr/>
      <dgm:t>
        <a:bodyPr/>
        <a:lstStyle/>
        <a:p>
          <a:endParaRPr lang="en-US"/>
        </a:p>
      </dgm:t>
    </dgm:pt>
    <dgm:pt modelId="{184810C7-EE99-4EDC-BDFF-01ADF15AF070}">
      <dgm:prSet/>
      <dgm:spPr/>
      <dgm:t>
        <a:bodyPr/>
        <a:lstStyle/>
        <a:p>
          <a:r>
            <a:rPr lang="en-US"/>
            <a:t>Helps farmers respond quickly to weather changes</a:t>
          </a:r>
          <a:br>
            <a:rPr lang="en-US"/>
          </a:br>
          <a:endParaRPr lang="en-US"/>
        </a:p>
      </dgm:t>
    </dgm:pt>
    <dgm:pt modelId="{2FA2188A-D0E0-4611-B94B-53FBA28795FC}" type="parTrans" cxnId="{2EBD4883-B064-4D20-8826-C071B4EF2941}">
      <dgm:prSet/>
      <dgm:spPr/>
      <dgm:t>
        <a:bodyPr/>
        <a:lstStyle/>
        <a:p>
          <a:endParaRPr lang="en-US"/>
        </a:p>
      </dgm:t>
    </dgm:pt>
    <dgm:pt modelId="{445EDCF6-245B-4112-91FB-5E35DA7DF732}" type="sibTrans" cxnId="{2EBD4883-B064-4D20-8826-C071B4EF2941}">
      <dgm:prSet/>
      <dgm:spPr/>
      <dgm:t>
        <a:bodyPr/>
        <a:lstStyle/>
        <a:p>
          <a:endParaRPr lang="en-US"/>
        </a:p>
      </dgm:t>
    </dgm:pt>
    <dgm:pt modelId="{35F11D49-CE69-40F5-BD23-875494C40213}" type="pres">
      <dgm:prSet presAssocID="{8FBD47F2-BD4B-4948-8095-443448F43B2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C9D95B8-6849-4988-ADC5-BCE76A77FE42}" type="pres">
      <dgm:prSet presAssocID="{C3734EF4-9C6E-450E-A7AC-88E13B405A8B}" presName="hierRoot1" presStyleCnt="0"/>
      <dgm:spPr/>
    </dgm:pt>
    <dgm:pt modelId="{99CC4AEA-E390-4BEB-A617-76C4ED778032}" type="pres">
      <dgm:prSet presAssocID="{C3734EF4-9C6E-450E-A7AC-88E13B405A8B}" presName="composite" presStyleCnt="0"/>
      <dgm:spPr/>
    </dgm:pt>
    <dgm:pt modelId="{99D2B36B-8688-482D-9123-AD39EAB2EAD9}" type="pres">
      <dgm:prSet presAssocID="{C3734EF4-9C6E-450E-A7AC-88E13B405A8B}" presName="background" presStyleLbl="node0" presStyleIdx="0" presStyleCnt="3"/>
      <dgm:spPr/>
    </dgm:pt>
    <dgm:pt modelId="{E100DEB1-4B53-46D1-81E8-2019D56EC0EE}" type="pres">
      <dgm:prSet presAssocID="{C3734EF4-9C6E-450E-A7AC-88E13B405A8B}" presName="text" presStyleLbl="fgAcc0" presStyleIdx="0" presStyleCnt="3">
        <dgm:presLayoutVars>
          <dgm:chPref val="3"/>
        </dgm:presLayoutVars>
      </dgm:prSet>
      <dgm:spPr/>
    </dgm:pt>
    <dgm:pt modelId="{56A1D686-2536-4E40-BC1E-3702B11051A0}" type="pres">
      <dgm:prSet presAssocID="{C3734EF4-9C6E-450E-A7AC-88E13B405A8B}" presName="hierChild2" presStyleCnt="0"/>
      <dgm:spPr/>
    </dgm:pt>
    <dgm:pt modelId="{8E1990E0-04C7-41A7-857F-EE80ACCFCE2A}" type="pres">
      <dgm:prSet presAssocID="{A4EC5DA4-8788-48F8-B126-A0667807D16C}" presName="hierRoot1" presStyleCnt="0"/>
      <dgm:spPr/>
    </dgm:pt>
    <dgm:pt modelId="{5E27F5A9-FB29-45D0-85E5-40D450AAF4BE}" type="pres">
      <dgm:prSet presAssocID="{A4EC5DA4-8788-48F8-B126-A0667807D16C}" presName="composite" presStyleCnt="0"/>
      <dgm:spPr/>
    </dgm:pt>
    <dgm:pt modelId="{4748B7FC-30EB-4A0F-B8C4-DDABFA728175}" type="pres">
      <dgm:prSet presAssocID="{A4EC5DA4-8788-48F8-B126-A0667807D16C}" presName="background" presStyleLbl="node0" presStyleIdx="1" presStyleCnt="3"/>
      <dgm:spPr/>
    </dgm:pt>
    <dgm:pt modelId="{8FD6A33F-0F34-443B-86AA-CD6CB591C23D}" type="pres">
      <dgm:prSet presAssocID="{A4EC5DA4-8788-48F8-B126-A0667807D16C}" presName="text" presStyleLbl="fgAcc0" presStyleIdx="1" presStyleCnt="3">
        <dgm:presLayoutVars>
          <dgm:chPref val="3"/>
        </dgm:presLayoutVars>
      </dgm:prSet>
      <dgm:spPr/>
    </dgm:pt>
    <dgm:pt modelId="{E5393871-E477-4E62-A713-39A91065E356}" type="pres">
      <dgm:prSet presAssocID="{A4EC5DA4-8788-48F8-B126-A0667807D16C}" presName="hierChild2" presStyleCnt="0"/>
      <dgm:spPr/>
    </dgm:pt>
    <dgm:pt modelId="{2E0AFFA3-1860-41ED-A3DD-4DE2D14801AB}" type="pres">
      <dgm:prSet presAssocID="{184810C7-EE99-4EDC-BDFF-01ADF15AF070}" presName="hierRoot1" presStyleCnt="0"/>
      <dgm:spPr/>
    </dgm:pt>
    <dgm:pt modelId="{4DFC8CF8-9E99-4958-B925-F6968143ACA2}" type="pres">
      <dgm:prSet presAssocID="{184810C7-EE99-4EDC-BDFF-01ADF15AF070}" presName="composite" presStyleCnt="0"/>
      <dgm:spPr/>
    </dgm:pt>
    <dgm:pt modelId="{04B7EC0C-35B1-4A41-B83E-2A7220012A6F}" type="pres">
      <dgm:prSet presAssocID="{184810C7-EE99-4EDC-BDFF-01ADF15AF070}" presName="background" presStyleLbl="node0" presStyleIdx="2" presStyleCnt="3"/>
      <dgm:spPr/>
    </dgm:pt>
    <dgm:pt modelId="{5880CB8A-5D06-4B76-A368-175CCC7332A2}" type="pres">
      <dgm:prSet presAssocID="{184810C7-EE99-4EDC-BDFF-01ADF15AF070}" presName="text" presStyleLbl="fgAcc0" presStyleIdx="2" presStyleCnt="3">
        <dgm:presLayoutVars>
          <dgm:chPref val="3"/>
        </dgm:presLayoutVars>
      </dgm:prSet>
      <dgm:spPr/>
    </dgm:pt>
    <dgm:pt modelId="{A0CC896F-16C0-46A5-AA91-09E64EB4C7C5}" type="pres">
      <dgm:prSet presAssocID="{184810C7-EE99-4EDC-BDFF-01ADF15AF070}" presName="hierChild2" presStyleCnt="0"/>
      <dgm:spPr/>
    </dgm:pt>
  </dgm:ptLst>
  <dgm:cxnLst>
    <dgm:cxn modelId="{3FF03008-5DDD-43FC-801A-E68885B70218}" type="presOf" srcId="{184810C7-EE99-4EDC-BDFF-01ADF15AF070}" destId="{5880CB8A-5D06-4B76-A368-175CCC7332A2}" srcOrd="0" destOrd="0" presId="urn:microsoft.com/office/officeart/2005/8/layout/hierarchy1"/>
    <dgm:cxn modelId="{B04C0B68-F92A-4C08-BB8E-857070361D3A}" type="presOf" srcId="{C3734EF4-9C6E-450E-A7AC-88E13B405A8B}" destId="{E100DEB1-4B53-46D1-81E8-2019D56EC0EE}" srcOrd="0" destOrd="0" presId="urn:microsoft.com/office/officeart/2005/8/layout/hierarchy1"/>
    <dgm:cxn modelId="{3E968A52-EF0A-4F88-B044-9A418DCEB3D6}" srcId="{8FBD47F2-BD4B-4948-8095-443448F43B2E}" destId="{A4EC5DA4-8788-48F8-B126-A0667807D16C}" srcOrd="1" destOrd="0" parTransId="{76241557-CA18-440A-B424-58ED1EC0BC94}" sibTransId="{0901165F-D70A-4532-9EDD-F8042B8E77B7}"/>
    <dgm:cxn modelId="{2EBD4883-B064-4D20-8826-C071B4EF2941}" srcId="{8FBD47F2-BD4B-4948-8095-443448F43B2E}" destId="{184810C7-EE99-4EDC-BDFF-01ADF15AF070}" srcOrd="2" destOrd="0" parTransId="{2FA2188A-D0E0-4611-B94B-53FBA28795FC}" sibTransId="{445EDCF6-245B-4112-91FB-5E35DA7DF732}"/>
    <dgm:cxn modelId="{1370F7AB-8D30-43D5-9B4B-D85E8DE711F9}" type="presOf" srcId="{A4EC5DA4-8788-48F8-B126-A0667807D16C}" destId="{8FD6A33F-0F34-443B-86AA-CD6CB591C23D}" srcOrd="0" destOrd="0" presId="urn:microsoft.com/office/officeart/2005/8/layout/hierarchy1"/>
    <dgm:cxn modelId="{0B0E66DA-1889-458A-B002-14B351A42400}" srcId="{8FBD47F2-BD4B-4948-8095-443448F43B2E}" destId="{C3734EF4-9C6E-450E-A7AC-88E13B405A8B}" srcOrd="0" destOrd="0" parTransId="{2C23B456-2A6F-4BAA-8D36-678BF9CF3E40}" sibTransId="{C50DCBC1-F51A-4C54-AC59-43CB9B29BA2E}"/>
    <dgm:cxn modelId="{145C1EF3-EE91-42FD-8B51-FC06AA7DBF15}" type="presOf" srcId="{8FBD47F2-BD4B-4948-8095-443448F43B2E}" destId="{35F11D49-CE69-40F5-BD23-875494C40213}" srcOrd="0" destOrd="0" presId="urn:microsoft.com/office/officeart/2005/8/layout/hierarchy1"/>
    <dgm:cxn modelId="{7E62657E-801F-4D81-AFEF-D51DEF2EE26A}" type="presParOf" srcId="{35F11D49-CE69-40F5-BD23-875494C40213}" destId="{7C9D95B8-6849-4988-ADC5-BCE76A77FE42}" srcOrd="0" destOrd="0" presId="urn:microsoft.com/office/officeart/2005/8/layout/hierarchy1"/>
    <dgm:cxn modelId="{1241168D-C35D-48C2-AD65-F30AF7A03924}" type="presParOf" srcId="{7C9D95B8-6849-4988-ADC5-BCE76A77FE42}" destId="{99CC4AEA-E390-4BEB-A617-76C4ED778032}" srcOrd="0" destOrd="0" presId="urn:microsoft.com/office/officeart/2005/8/layout/hierarchy1"/>
    <dgm:cxn modelId="{EDDD91B4-17E7-4231-867A-7FBFDCA1A819}" type="presParOf" srcId="{99CC4AEA-E390-4BEB-A617-76C4ED778032}" destId="{99D2B36B-8688-482D-9123-AD39EAB2EAD9}" srcOrd="0" destOrd="0" presId="urn:microsoft.com/office/officeart/2005/8/layout/hierarchy1"/>
    <dgm:cxn modelId="{DA7AA54F-9741-4403-8AA3-B94B8666098C}" type="presParOf" srcId="{99CC4AEA-E390-4BEB-A617-76C4ED778032}" destId="{E100DEB1-4B53-46D1-81E8-2019D56EC0EE}" srcOrd="1" destOrd="0" presId="urn:microsoft.com/office/officeart/2005/8/layout/hierarchy1"/>
    <dgm:cxn modelId="{BE816768-ED58-4053-949D-450CD9926A6B}" type="presParOf" srcId="{7C9D95B8-6849-4988-ADC5-BCE76A77FE42}" destId="{56A1D686-2536-4E40-BC1E-3702B11051A0}" srcOrd="1" destOrd="0" presId="urn:microsoft.com/office/officeart/2005/8/layout/hierarchy1"/>
    <dgm:cxn modelId="{F40116B0-A3F7-43C9-A86B-3C16A09DEE50}" type="presParOf" srcId="{35F11D49-CE69-40F5-BD23-875494C40213}" destId="{8E1990E0-04C7-41A7-857F-EE80ACCFCE2A}" srcOrd="1" destOrd="0" presId="urn:microsoft.com/office/officeart/2005/8/layout/hierarchy1"/>
    <dgm:cxn modelId="{C92EE679-7AD2-4721-BCD2-F689AC6A09D6}" type="presParOf" srcId="{8E1990E0-04C7-41A7-857F-EE80ACCFCE2A}" destId="{5E27F5A9-FB29-45D0-85E5-40D450AAF4BE}" srcOrd="0" destOrd="0" presId="urn:microsoft.com/office/officeart/2005/8/layout/hierarchy1"/>
    <dgm:cxn modelId="{17EAD1B2-3143-4F8C-A6A6-437699E6E120}" type="presParOf" srcId="{5E27F5A9-FB29-45D0-85E5-40D450AAF4BE}" destId="{4748B7FC-30EB-4A0F-B8C4-DDABFA728175}" srcOrd="0" destOrd="0" presId="urn:microsoft.com/office/officeart/2005/8/layout/hierarchy1"/>
    <dgm:cxn modelId="{F9C63031-67F7-4A9F-A2B4-C2983E5549EE}" type="presParOf" srcId="{5E27F5A9-FB29-45D0-85E5-40D450AAF4BE}" destId="{8FD6A33F-0F34-443B-86AA-CD6CB591C23D}" srcOrd="1" destOrd="0" presId="urn:microsoft.com/office/officeart/2005/8/layout/hierarchy1"/>
    <dgm:cxn modelId="{7CC21211-B9B1-4FEC-87AD-522166AD943B}" type="presParOf" srcId="{8E1990E0-04C7-41A7-857F-EE80ACCFCE2A}" destId="{E5393871-E477-4E62-A713-39A91065E356}" srcOrd="1" destOrd="0" presId="urn:microsoft.com/office/officeart/2005/8/layout/hierarchy1"/>
    <dgm:cxn modelId="{515F055F-EB9F-4003-A947-215F381E98FA}" type="presParOf" srcId="{35F11D49-CE69-40F5-BD23-875494C40213}" destId="{2E0AFFA3-1860-41ED-A3DD-4DE2D14801AB}" srcOrd="2" destOrd="0" presId="urn:microsoft.com/office/officeart/2005/8/layout/hierarchy1"/>
    <dgm:cxn modelId="{26223B7B-C184-488C-886C-FC55D4D3A28F}" type="presParOf" srcId="{2E0AFFA3-1860-41ED-A3DD-4DE2D14801AB}" destId="{4DFC8CF8-9E99-4958-B925-F6968143ACA2}" srcOrd="0" destOrd="0" presId="urn:microsoft.com/office/officeart/2005/8/layout/hierarchy1"/>
    <dgm:cxn modelId="{19EA2983-A583-450C-829F-FF3F6D78ADAC}" type="presParOf" srcId="{4DFC8CF8-9E99-4958-B925-F6968143ACA2}" destId="{04B7EC0C-35B1-4A41-B83E-2A7220012A6F}" srcOrd="0" destOrd="0" presId="urn:microsoft.com/office/officeart/2005/8/layout/hierarchy1"/>
    <dgm:cxn modelId="{A9D25F99-BADD-4608-979C-06B927B29A8E}" type="presParOf" srcId="{4DFC8CF8-9E99-4958-B925-F6968143ACA2}" destId="{5880CB8A-5D06-4B76-A368-175CCC7332A2}" srcOrd="1" destOrd="0" presId="urn:microsoft.com/office/officeart/2005/8/layout/hierarchy1"/>
    <dgm:cxn modelId="{6EDE04E8-911D-4ABE-B0DA-DD5B8E54F2EC}" type="presParOf" srcId="{2E0AFFA3-1860-41ED-A3DD-4DE2D14801AB}" destId="{A0CC896F-16C0-46A5-AA91-09E64EB4C7C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FF3D52-B872-44C4-BAB7-C589E7A449F8}">
      <dsp:nvSpPr>
        <dsp:cNvPr id="0" name=""/>
        <dsp:cNvSpPr/>
      </dsp:nvSpPr>
      <dsp:spPr>
        <a:xfrm>
          <a:off x="0" y="12620"/>
          <a:ext cx="5247340" cy="11188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Agriculture plays a vital role in food security and economic development.</a:t>
          </a:r>
        </a:p>
      </dsp:txBody>
      <dsp:txXfrm>
        <a:off x="54616" y="67236"/>
        <a:ext cx="5138108" cy="1009580"/>
      </dsp:txXfrm>
    </dsp:sp>
    <dsp:sp modelId="{EEC95575-D9B5-4DD9-B581-1B4C7471E035}">
      <dsp:nvSpPr>
        <dsp:cNvPr id="0" name=""/>
        <dsp:cNvSpPr/>
      </dsp:nvSpPr>
      <dsp:spPr>
        <a:xfrm>
          <a:off x="0" y="1189032"/>
          <a:ext cx="5247340" cy="11188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However, many farmers still lack easy access to reliable agricultural information.</a:t>
          </a:r>
        </a:p>
      </dsp:txBody>
      <dsp:txXfrm>
        <a:off x="54616" y="1243648"/>
        <a:ext cx="5138108" cy="1009580"/>
      </dsp:txXfrm>
    </dsp:sp>
    <dsp:sp modelId="{C129E117-893B-40C7-AB73-3EB98CC1DBCC}">
      <dsp:nvSpPr>
        <dsp:cNvPr id="0" name=""/>
        <dsp:cNvSpPr/>
      </dsp:nvSpPr>
      <dsp:spPr>
        <a:xfrm>
          <a:off x="0" y="2365445"/>
          <a:ext cx="5247340" cy="11188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This project uses digital technology and IoT concepts to support farmers with essential farming knowledge</a:t>
          </a:r>
        </a:p>
      </dsp:txBody>
      <dsp:txXfrm>
        <a:off x="54616" y="2420061"/>
        <a:ext cx="5138108" cy="10095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A058B4-CA10-4CA6-982C-F57680F3A5B6}">
      <dsp:nvSpPr>
        <dsp:cNvPr id="0" name=""/>
        <dsp:cNvSpPr/>
      </dsp:nvSpPr>
      <dsp:spPr>
        <a:xfrm>
          <a:off x="5134" y="0"/>
          <a:ext cx="10505330" cy="43513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Many farmers struggle to access accurate information on crop planting, harvesting, weather conditions, and soil conditions.</a:t>
          </a:r>
          <a:br>
            <a:rPr lang="en-US" sz="4300" kern="1200"/>
          </a:br>
          <a:r>
            <a:rPr lang="en-US" sz="4300" kern="1200"/>
            <a:t>This leads to poor planning, low productivity, inefficient water use, and increased farming risks.</a:t>
          </a:r>
          <a:endParaRPr lang="en-ZA" sz="4300" kern="1200"/>
        </a:p>
      </dsp:txBody>
      <dsp:txXfrm>
        <a:off x="132580" y="127446"/>
        <a:ext cx="10250438" cy="40964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306EB-B692-4AF5-BA6D-9814D42D72C0}">
      <dsp:nvSpPr>
        <dsp:cNvPr id="0" name=""/>
        <dsp:cNvSpPr/>
      </dsp:nvSpPr>
      <dsp:spPr>
        <a:xfrm>
          <a:off x="0" y="48514"/>
          <a:ext cx="5257798" cy="479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/>
            <a:t>Aim:</a:t>
          </a:r>
          <a:br>
            <a:rPr lang="en-US" sz="3200" kern="1200"/>
          </a:br>
          <a:r>
            <a:rPr lang="en-US" sz="3200" kern="1200"/>
            <a:t>The aim of this project is to develop a simple agricultural information website integrated with IoT features to support farmers with reliable and easy-to-understand farming information.</a:t>
          </a:r>
          <a:endParaRPr lang="en-ZA" sz="3200" kern="1200"/>
        </a:p>
      </dsp:txBody>
      <dsp:txXfrm>
        <a:off x="233942" y="282456"/>
        <a:ext cx="4789914" cy="43244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D2B36B-8688-482D-9123-AD39EAB2EAD9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00DEB1-4B53-46D1-81E8-2019D56EC0EE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Supports better crop planning and decision-making</a:t>
          </a:r>
        </a:p>
      </dsp:txBody>
      <dsp:txXfrm>
        <a:off x="398656" y="1088253"/>
        <a:ext cx="2959127" cy="1837317"/>
      </dsp:txXfrm>
    </dsp:sp>
    <dsp:sp modelId="{4748B7FC-30EB-4A0F-B8C4-DDABFA728175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D6A33F-0F34-443B-86AA-CD6CB591C23D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Helps new farmers learn modern farming methods</a:t>
          </a:r>
        </a:p>
      </dsp:txBody>
      <dsp:txXfrm>
        <a:off x="4155097" y="1088253"/>
        <a:ext cx="2959127" cy="1837317"/>
      </dsp:txXfrm>
    </dsp:sp>
    <dsp:sp modelId="{04B7EC0C-35B1-4A41-B83E-2A7220012A6F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0CB8A-5D06-4B76-A368-175CCC7332A2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Helps farmers respond quickly to weather changes</a:t>
          </a:r>
          <a:br>
            <a:rPr lang="en-US" sz="2700" kern="1200"/>
          </a:br>
          <a:endParaRPr lang="en-US" sz="2700" kern="1200"/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143C8-E5EF-E5F8-5E58-4B0B4A717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A2838A-C4F4-56E1-4962-8A896F84E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BA747-E315-D810-EC10-2C548F427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F0704-9B65-448A-BF8A-A1506A8E6E17}" type="datetimeFigureOut">
              <a:rPr lang="en-ZA" smtClean="0"/>
              <a:t>2026/01/29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54413-E577-69A9-BB12-1FC7834D5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3D885-2EF4-F85F-BF2B-96882DFB1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F4D7-5D71-458E-95C8-D85ED4845B02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4552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414A6-97E1-5D75-30BA-F3AC1BD0C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B3129-8C84-F1EC-992F-664B8163A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9F32-B7F5-F3D4-8179-B43C74BB3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F0704-9B65-448A-BF8A-A1506A8E6E17}" type="datetimeFigureOut">
              <a:rPr lang="en-ZA" smtClean="0"/>
              <a:t>2026/01/29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5E9E1-AED0-62E2-35FC-6A8FBFA4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3DE6F-3436-EB8D-FF60-9AED785A6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F4D7-5D71-458E-95C8-D85ED4845B02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96044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11D19-3FFF-FF5C-074E-5721F0214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D11BB-5B07-3D57-7A14-8240CA52D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D7AF3-45E9-2115-5B6A-560380EEB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F0704-9B65-448A-BF8A-A1506A8E6E17}" type="datetimeFigureOut">
              <a:rPr lang="en-ZA" smtClean="0"/>
              <a:t>2026/01/29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25C10-79D1-44FB-C6B0-8F04859E0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7D5F8-FDBE-2DF9-625F-6DC67B8CD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F4D7-5D71-458E-95C8-D85ED4845B02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83745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D6A34-BBDA-0698-D0C3-2C4AE1297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E39E1-736A-FAA6-7996-DE098FEA8F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CBA8E-62FB-AE08-91C9-0A22DE90F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DC687-198C-08FE-3467-DB05D11BA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F0704-9B65-448A-BF8A-A1506A8E6E17}" type="datetimeFigureOut">
              <a:rPr lang="en-ZA" smtClean="0"/>
              <a:t>2026/01/29</a:t>
            </a:fld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AA015-8F7C-6BDA-7AEA-1D98C98D7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17F67-D2B1-500F-BA56-A3380AC4E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F4D7-5D71-458E-95C8-D85ED4845B02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80519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29008-B6EB-14D6-F034-4C01CFE30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1F4E9-53AA-8734-1BB5-06C45C40C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0B241-6A1E-0003-F6EF-CBC191F59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75459-E84B-214F-74A5-811323D9C6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F57E9B-8D89-18B5-6DDF-9B366739F0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985E86-C8B8-66BE-1616-02DC26E0C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F0704-9B65-448A-BF8A-A1506A8E6E17}" type="datetimeFigureOut">
              <a:rPr lang="en-ZA" smtClean="0"/>
              <a:t>2026/01/29</a:t>
            </a:fld>
            <a:endParaRPr lang="en-ZA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7DBB3C-BEE8-55DB-AAA6-39279AF89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8F9F05-2320-FFC0-9D78-65BD62507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F4D7-5D71-458E-95C8-D85ED4845B02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02728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FB3DA-3460-8104-98F2-E3FEBFDEB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1FF53E-DA1C-B867-41F8-799F9A6C3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F0704-9B65-448A-BF8A-A1506A8E6E17}" type="datetimeFigureOut">
              <a:rPr lang="en-ZA" smtClean="0"/>
              <a:t>2026/01/29</a:t>
            </a:fld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07DE3-430B-D6BD-27E8-F524338C9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B5EC4-C8EC-4E1C-6599-25956F228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F4D7-5D71-458E-95C8-D85ED4845B02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93421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A4E3B-C851-4918-10E9-AF4D04583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F0704-9B65-448A-BF8A-A1506A8E6E17}" type="datetimeFigureOut">
              <a:rPr lang="en-ZA" smtClean="0"/>
              <a:t>2026/01/29</a:t>
            </a:fld>
            <a:endParaRPr lang="en-Z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9514B-F5F8-075F-AA5E-73C988BED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6A213-183C-496C-A38D-E079675EA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F4D7-5D71-458E-95C8-D85ED4845B02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22442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18CC1-096E-3247-E83E-777F179BB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2F646-A673-89B4-5776-3D0B1FCF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8AA33E-3AE4-521A-FE4E-823BBBC98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F937A-EFE9-C462-C085-5721900C9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F0704-9B65-448A-BF8A-A1506A8E6E17}" type="datetimeFigureOut">
              <a:rPr lang="en-ZA" smtClean="0"/>
              <a:t>2026/01/29</a:t>
            </a:fld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E940A-45C3-DD7A-FD2F-2C6B34D0E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37F9E-E561-5F4A-7F0E-831A085B9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F4D7-5D71-458E-95C8-D85ED4845B02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50465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E8229-3988-5D7F-AF5A-E5E7E3ED8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ABABB9-F18D-3CD5-9330-63E59FC26D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BCD83-9466-92BA-F559-379BF5E89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E903D7-81B0-1BBA-7A23-EACE25BF9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F0704-9B65-448A-BF8A-A1506A8E6E17}" type="datetimeFigureOut">
              <a:rPr lang="en-ZA" smtClean="0"/>
              <a:t>2026/01/29</a:t>
            </a:fld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B4F11-F039-11A4-F113-7E545AF4E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C4B9C-CEE6-4CC7-A0B4-52BE14048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F4D7-5D71-458E-95C8-D85ED4845B02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80496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2B9D-80CD-7AD6-8E89-0DF5E01B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AF9A8C-6065-B25B-E99D-137A0107D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53474-C43F-8CB8-6F23-FE254A70E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F0704-9B65-448A-BF8A-A1506A8E6E17}" type="datetimeFigureOut">
              <a:rPr lang="en-ZA" smtClean="0"/>
              <a:t>2026/01/29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F3BF4-334F-6DB1-784B-75040C428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73AB9-8A9B-9AFC-74B2-184CDCBBD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F4D7-5D71-458E-95C8-D85ED4845B02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36565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0EEE42-D5F9-F4C7-E7E3-088FD561A2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C408E-BDCB-0D1A-4E92-18ACD91D2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5C473-17DC-25A8-D4EE-0261FB5E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F0704-9B65-448A-BF8A-A1506A8E6E17}" type="datetimeFigureOut">
              <a:rPr lang="en-ZA" smtClean="0"/>
              <a:t>2026/01/29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962F7-DACE-8B3A-584B-DAD8B534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70D68-4DFB-4E14-0EB3-7CC2B384E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F4D7-5D71-458E-95C8-D85ED4845B02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0150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1D113D-9E7A-D863-A3D2-C12BC986E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58D1D-8380-6B07-7B62-178227442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83718-433C-7609-63E2-B0300A6415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DF0704-9B65-448A-BF8A-A1506A8E6E17}" type="datetimeFigureOut">
              <a:rPr lang="en-ZA" smtClean="0"/>
              <a:t>2026/01/29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98EC5-0CD3-63D6-B71F-2D7EAD8CF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C5073-23B5-4583-7BBA-F92577BFE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B8F4D7-5D71-458E-95C8-D85ED4845B02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1755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17E7BF-7E26-2979-B4C7-3DEAA4668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A SIMPLE AGRICULTURAL INFORMATION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4B728-B1A9-B3DE-5B5E-3F5C5F8C7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BY KGATLISO MOLOBELA</a:t>
            </a:r>
          </a:p>
        </p:txBody>
      </p:sp>
    </p:spTree>
    <p:extLst>
      <p:ext uri="{BB962C8B-B14F-4D97-AF65-F5344CB8AC3E}">
        <p14:creationId xmlns:p14="http://schemas.microsoft.com/office/powerpoint/2010/main" val="2976851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Tractor in farmland">
            <a:extLst>
              <a:ext uri="{FF2B5EF4-FFF2-40B4-BE49-F238E27FC236}">
                <a16:creationId xmlns:a16="http://schemas.microsoft.com/office/drawing/2014/main" id="{6333D17D-5E55-2B1A-1989-C49F943605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336" r="7203" b="375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E6F2D0-8E6B-3BE5-690D-E6475913B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 dirty="0"/>
              <a:t>                       INTRODUCTION</a:t>
            </a:r>
            <a:endParaRPr lang="en-ZA" sz="4000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49A17260-100A-3AD7-CECD-EA715F0BF26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15317" y="2743200"/>
          <a:ext cx="5247340" cy="3496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76008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D3046-D571-DE3A-988A-3BDF0F1B7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PROBLEM STATEMENT</a:t>
            </a:r>
            <a:endParaRPr lang="en-Z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FB36B7-5B65-045D-0330-943C8C8188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602964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5188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AB2C0-F940-F728-29E5-3CD9B5CA7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                     AIM 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490464C-CF42-B39D-9CAB-374E8A3E5C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9530978"/>
              </p:ext>
            </p:extLst>
          </p:nvPr>
        </p:nvGraphicFramePr>
        <p:xfrm>
          <a:off x="6096000" y="820880"/>
          <a:ext cx="5257799" cy="4889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1413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75162-6A66-3797-0236-D5D771642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/>
              <a:t>                      PROPOSED SOLUTION 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FBEEE-2664-214F-0FDC-4F3F08959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r>
              <a:rPr lang="en-US"/>
              <a:t>The proposed solution is a simple agricultural information website with IoT smart farming features.</a:t>
            </a:r>
          </a:p>
          <a:p>
            <a:r>
              <a:rPr lang="en-US"/>
              <a:t>The system provides crop information, planting and harvesting guides, location-based weather data, best farming practices, and a live sensor dashboard.</a:t>
            </a:r>
            <a:endParaRPr lang="en-ZA"/>
          </a:p>
        </p:txBody>
      </p:sp>
      <p:pic>
        <p:nvPicPr>
          <p:cNvPr id="5" name="Picture 4" descr="Cross section of young plant and roots">
            <a:extLst>
              <a:ext uri="{FF2B5EF4-FFF2-40B4-BE49-F238E27FC236}">
                <a16:creationId xmlns:a16="http://schemas.microsoft.com/office/drawing/2014/main" id="{7E37F013-8FF7-1F71-E333-6252A6C129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500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20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8217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425DDF-00B9-B1AA-34FB-A4EF92316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             BENEFITS</a:t>
            </a:r>
            <a:endParaRPr lang="en-ZA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3D09FE-367B-0252-091A-834BF93160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994061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5000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D9DE5F-6501-A12E-BB80-A138A6F79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                    CONCLUSION </a:t>
            </a:r>
            <a:endParaRPr lang="en-ZA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4E193-F557-39BD-5327-1F02905C6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2000" dirty="0"/>
              <a:t>The AgriInfo Web project successfully demonstrates how digital and IoT technologies can support agriculture.</a:t>
            </a:r>
          </a:p>
          <a:p>
            <a:r>
              <a:rPr lang="en-US" sz="2000" dirty="0"/>
              <a:t>By combining agricultural information with real-time sensor monitoring, the system helps farmers improve planning, productivity, and sustainable farming practices.</a:t>
            </a:r>
            <a:endParaRPr lang="en-ZA" sz="20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Golden wheat against sky">
            <a:extLst>
              <a:ext uri="{FF2B5EF4-FFF2-40B4-BE49-F238E27FC236}">
                <a16:creationId xmlns:a16="http://schemas.microsoft.com/office/drawing/2014/main" id="{F4F5C570-5D1E-E0A6-979C-5846E67F33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94" r="25972" b="-1"/>
          <a:stretch>
            <a:fillRect/>
          </a:stretch>
        </p:blipFill>
        <p:spPr>
          <a:xfrm>
            <a:off x="7075967" y="1099026"/>
            <a:ext cx="4170530" cy="46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983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10A12-2663-BA13-98AF-742AC55D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208" y="857251"/>
            <a:ext cx="4747280" cy="30980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        THANK YOU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DACF3868-278C-0B74-414D-04CDCB3DC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1874" y="2108877"/>
            <a:ext cx="2654533" cy="265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349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235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    A SIMPLE AGRICULTURAL INFORMATION WEBSITE</vt:lpstr>
      <vt:lpstr>                       INTRODUCTION</vt:lpstr>
      <vt:lpstr>           PROBLEM STATEMENT</vt:lpstr>
      <vt:lpstr>                         AIM </vt:lpstr>
      <vt:lpstr>                      PROPOSED SOLUTION </vt:lpstr>
      <vt:lpstr>             BENEFITS</vt:lpstr>
      <vt:lpstr>                    CONCLUSION </vt:lpstr>
      <vt:lpstr>           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Thandiswa Nhlabathi</dc:creator>
  <cp:lastModifiedBy>Thandiswa Nhlabathi</cp:lastModifiedBy>
  <cp:revision>4</cp:revision>
  <dcterms:created xsi:type="dcterms:W3CDTF">2026-01-27T08:58:00Z</dcterms:created>
  <dcterms:modified xsi:type="dcterms:W3CDTF">2026-01-29T11:41:42Z</dcterms:modified>
</cp:coreProperties>
</file>